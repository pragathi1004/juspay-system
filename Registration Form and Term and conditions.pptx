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791a09b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791a09b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791a09b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791a09b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791a09b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791a09b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cba03ea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9cba03ea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769fb4be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769fb4be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769fb4be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769fb4be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769fb4be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769fb4be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769fb4be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769fb4be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769fb4be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769fb4be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769fb4be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769fb4be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7791a09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7791a09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769fb4be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769fb4be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69fb4be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69fb4be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69fb4be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769fb4be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cba03e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cba03e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cba03ea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cba03ea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769fb4be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769fb4be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cba03ea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9cba03ea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769fb4be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769fb4be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69fb4be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769fb4be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769fb4be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f769fb4be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769fb4be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769fb4be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769fb4be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769fb4be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69fb4be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769fb4be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769fb4be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769fb4be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769fb4be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769fb4be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769fb4be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769fb4be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769fb4be7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769fb4be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69fb4be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769fb4be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769fb4be7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f769fb4be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af07a42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af07a42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af07a42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af07a42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af07a42f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faf07a42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af07a42f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af07a42f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af07a42f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af07a42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af07a42f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af07a42f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rtofliving.online/registration.php?event_id=1031826&amp;ct_id=876&amp;greferrer=https%3A%2F%2Fwww.artofliving.org%2Fin-en%2Fdaily-online-yoga-subscription%23membership-plans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31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Registration Form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06925"/>
            <a:ext cx="82089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Current Yoga Registration Page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 sz="2800"/>
              <a:t>Ref: </a:t>
            </a:r>
            <a:r>
              <a:rPr lang="en-GB" sz="2800" u="sng">
                <a:solidFill>
                  <a:schemeClr val="hlink"/>
                </a:solidFill>
                <a:hlinkClick r:id="rId3"/>
              </a:rPr>
              <a:t>Yoga Challenge</a:t>
            </a:r>
            <a:endParaRPr sz="28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875" y="1165900"/>
            <a:ext cx="7082075" cy="3977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186626" y="-99625"/>
            <a:ext cx="7369800" cy="7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/>
              <a:t>Option 1a 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777" y="620075"/>
            <a:ext cx="6965475" cy="452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20150"/>
            <a:ext cx="8520601" cy="452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599300" y="0"/>
            <a:ext cx="42993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1"/>
                </a:solidFill>
              </a:rPr>
              <a:t>Option 1b</a:t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Screenshot 2026-08-19 150401.png"/>
          <p:cNvPicPr preferRelativeResize="0"/>
          <p:nvPr/>
        </p:nvPicPr>
        <p:blipFill rotWithShape="1">
          <a:blip r:embed="rId3">
            <a:alphaModFix/>
          </a:blip>
          <a:srcRect b="0" l="33371" r="34671" t="0"/>
          <a:stretch/>
        </p:blipFill>
        <p:spPr>
          <a:xfrm>
            <a:off x="1017500" y="997527"/>
            <a:ext cx="2731502" cy="3937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Screenshot 2026-08-19 152035.png"/>
          <p:cNvPicPr preferRelativeResize="0"/>
          <p:nvPr/>
        </p:nvPicPr>
        <p:blipFill rotWithShape="1">
          <a:blip r:embed="rId4">
            <a:alphaModFix/>
          </a:blip>
          <a:srcRect b="0" l="46905" r="12234" t="0"/>
          <a:stretch/>
        </p:blipFill>
        <p:spPr>
          <a:xfrm>
            <a:off x="4322125" y="1089813"/>
            <a:ext cx="3374874" cy="375295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974500" y="401275"/>
            <a:ext cx="6519300" cy="4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Cult.fit Login Page and offers page </a:t>
            </a:r>
            <a:endParaRPr b="1"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T&amp;C of cultfit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Screenshot 2026-08-19 1508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804" y="1017724"/>
            <a:ext cx="7922384" cy="382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Plans Of cultfit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Screenshot 2026-08-19 1517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875" y="1152475"/>
            <a:ext cx="7396499" cy="390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JioHotstar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0" title="Screenshot 2026-08-19 1533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949" y="4167430"/>
            <a:ext cx="89544" cy="182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creenshot 2026-08-19 1530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775" y="1152476"/>
            <a:ext cx="6190451" cy="311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JioHostar T&amp;C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 title="Screenshot 2026-08-19 1533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50" y="1290614"/>
            <a:ext cx="7106399" cy="314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Payment Gateway of Jiohostar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2" title="Screenshot 2026-08-19 1538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309" y="1152475"/>
            <a:ext cx="7274690" cy="399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Headspace changing fees we can adopt 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 title="Screenshot 2026-08-20 1053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00" y="1152475"/>
            <a:ext cx="8703602" cy="397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programs and plans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Screenshot 2026-08-20 1048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50" y="1017725"/>
            <a:ext cx="8654148" cy="415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Cancel anytime redirects to T&amp;C</a:t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 title="Screenshot 2026-08-20 1049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702" y="935813"/>
            <a:ext cx="5579742" cy="384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Headspace Login page with </a:t>
            </a:r>
            <a:endParaRPr/>
          </a:p>
        </p:txBody>
      </p:sp>
      <p:pic>
        <p:nvPicPr>
          <p:cNvPr id="146" name="Google Shape;146;p26" title="Screenshot 2026-08-20 1050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110" y="0"/>
            <a:ext cx="36772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 title="Screenshot 2026-08-20 1106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17" y="0"/>
            <a:ext cx="700476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715"/>
            <a:ext cx="9144002" cy="5076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965" y="0"/>
            <a:ext cx="47540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30" title="Screenshot 2026-08-20 1101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7199"/>
            <a:ext cx="9144002" cy="3329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772"/>
            <a:ext cx="9144001" cy="429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 title="Screenshot 2026-08-20 1103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1535" y="0"/>
            <a:ext cx="458093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3" title="Screenshot 2026-08-20 1104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4104" y="0"/>
            <a:ext cx="485579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34" title="Screenshot 2026-08-20 1106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617" y="0"/>
            <a:ext cx="700476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4" title="Screenshot 2026-08-20 1105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8707"/>
            <a:ext cx="9143999" cy="4966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4" title="Screenshot 2026-08-20 11044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4104" y="0"/>
            <a:ext cx="48557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4" title="Screenshot 2026-08-20 11033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3249"/>
            <a:ext cx="9143999" cy="503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5" title="Screenshot 2026-08-20 1105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8707"/>
            <a:ext cx="9143999" cy="4966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6" title="Screenshot 2026-08-20 112012.png"/>
          <p:cNvSpPr/>
          <p:nvPr/>
        </p:nvSpPr>
        <p:spPr>
          <a:xfrm>
            <a:off x="1719275" y="24"/>
            <a:ext cx="3860450" cy="47943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6" name="Google Shape;226;p37" title="Screenshot 2026-08-20 1117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084" y="0"/>
            <a:ext cx="876183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3" name="Google Shape;233;p38" title="Screenshot 2026-08-20 1116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63075" y="165142"/>
            <a:ext cx="9144002" cy="4813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9" title="Screenshot 2026-08-20 1126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75" y="277080"/>
            <a:ext cx="9144000" cy="4589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0" title="Screenshot 2026-08-20 1128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25" y="688974"/>
            <a:ext cx="8622875" cy="331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427" y="-78175"/>
            <a:ext cx="30652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8976" y="0"/>
            <a:ext cx="28619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51" y="0"/>
            <a:ext cx="278377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252" y="0"/>
            <a:ext cx="3002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do competitors  ask users to log in?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GB"/>
              <a:t>Before or after plan exploration?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they handle existing subscribers? </a:t>
            </a:r>
            <a:endParaRPr/>
          </a:p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311700" y="1370550"/>
            <a:ext cx="8520600" cy="31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Calm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3600"/>
            <a:ext cx="9143998" cy="4176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2076"/>
            <a:ext cx="9144000" cy="279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11196"/>
            <a:ext cx="9144001" cy="3121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38" y="295275"/>
            <a:ext cx="7553325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Habuild currently handles pause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requests through its support team and whatsApp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 rather than an automatic in-app pause option </a:t>
            </a:r>
            <a:endParaRPr/>
          </a:p>
        </p:txBody>
      </p:sp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725" y="41687"/>
            <a:ext cx="3154298" cy="506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8270" y="0"/>
            <a:ext cx="22567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