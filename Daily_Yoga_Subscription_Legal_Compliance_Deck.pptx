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54864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THE ART OF LIVING • SRI SRI YOGA</a:t>
            </a:r>
          </a:p>
          <a:p>
            <a:pPr>
              <a:spcBef>
                <a:spcPts val="1200"/>
              </a:spcBef>
              <a:defRPr sz="3200" b="1">
                <a:solidFill>
                  <a:srgbClr val="1E293B"/>
                </a:solidFill>
              </a:defRPr>
            </a:pPr>
            <a:r>
              <a:t>Legal, Regulatory &amp; Compliance Framework</a:t>
            </a:r>
          </a:p>
          <a:p>
            <a:pPr>
              <a:spcBef>
                <a:spcPts val="800"/>
              </a:spcBef>
              <a:defRPr sz="1500">
                <a:solidFill>
                  <a:srgbClr val="64748B"/>
                </a:solidFill>
              </a:defRPr>
            </a:pPr>
            <a:r>
              <a:t>RBI e-Mandate Guidelines, Explicit User Consent, Transparent Auto-Renewal Disclosures &amp; Consumer Refund Policies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RBI REGULATIONS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RBI e-Mandate Framework &amp; Pre-Debit Notification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Statutory compliance requirements for recurring payments under Reserve Bank of India circulars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400" b="1">
                <a:solidFill>
                  <a:srgbClr val="9A3412"/>
                </a:solidFill>
              </a:defRPr>
            </a:pPr>
            <a:r>
              <a:t>MANDATORY RBI COMPLIANCE PROVISIONS (AFA &amp; e-MANDATE):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1. Additional Factor of Authentication (AFA): The initial recurring mandate registration must be authenticated via AFA (OTP / UPI PIN).</a:t>
            </a:r>
            <a:br/>
            <a:br/>
            <a:r>
              <a:t>2. Mandatory Pre-Debit Notifications: A pre-debit notification via SMS/Email must be delivered to the customer at least 24 to 48 hours before the actual auto-renewal debit occurs.</a:t>
            </a:r>
            <a:br/>
            <a:br/>
            <a:r>
              <a:t>3. Opt-Out &amp; Unlink Facility: Customers must have an explicit option to pause or revoke the mandate without requiring customer support intervention.</a:t>
            </a:r>
            <a:br/>
            <a:br/>
            <a:r>
              <a:t>4. Transaction Limits: Transactions up to ₹15,000 per cycle do not require recurring OTP if valid e-mandate exists.</a:t>
            </a:r>
            <a:br/>
            <a:br/>
            <a:r>
              <a:t>5. Juspay Role: Juspay handles tokenization, webhook dispatches and pre-debit notification triggering.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USER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Explicit User Consent &amp; Payment Authorization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Ensuring clear, unambiguous consent without deceptive pre-selected checkboxes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400" b="1">
                <a:solidFill>
                  <a:srgbClr val="9A3412"/>
                </a:solidFill>
              </a:defRPr>
            </a:pPr>
            <a:r>
              <a:t>EXPLICIT CONSENT STANDARDS FOR RECURRING BILLING: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Transparent Language: Clearly display: 'By subscribing, you authorize Sri Sri Yoga to charge ₹[Amount] every [Cycle] starting on [Date] until cancelled.'</a:t>
            </a:r>
            <a:br/>
            <a:r>
              <a:t>• No Pre-Ticked Checkboxes: Consent boxes must be actively checked by user or explicitly confirmed via the CTA button.</a:t>
            </a:r>
            <a:br/>
            <a:r>
              <a:t>• Clear Distinction: If recurring payment is optional, the toggle between '1-Time Purchase' and 'Auto-Renew &amp; Save' must be distinct.</a:t>
            </a:r>
            <a:br/>
            <a:r>
              <a:t>• Linked Policies: Clickable links to [Terms of Service] and [Privacy Policy] must be visible adjacent to the checkout button.</a:t>
            </a:r>
            <a:br/>
            <a:r>
              <a:t>• Order Summary Display: Breakdown showing Initial Charge, Trial Duration, Renewal Amount, and Next Billing 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TERMS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Terms of Service &amp; Privacy Policy Disclosures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clauses governing online yoga instruction, health waivers, and personal data protection (DPDP 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400" b="1">
                <a:solidFill>
                  <a:srgbClr val="9A3412"/>
                </a:solidFill>
              </a:defRPr>
            </a:pPr>
            <a:r>
              <a:t>ESSENTIAL LEGAL CLAUSES &amp; DATA PROTECTION (DPDP ACT 2023):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1. Health &amp; Physical Activity Disclaimer: Participants acknowledge that yoga involves physical exertion and confirm they are in suitable health.</a:t>
            </a:r>
            <a:br/>
            <a:br/>
            <a:r>
              <a:t>2. Intellectual Property Rights: Live session recordings, masterclass videos, and meditation tracks are proprietary to Art of Living.</a:t>
            </a:r>
            <a:br/>
            <a:br/>
            <a:r>
              <a:t>3. Data Protection Compliance (India DPDP Act): Personal data (WhatsApp number, age, name) is collected solely for class coordination and service delivery; never sold to third parties.</a:t>
            </a:r>
            <a:br/>
            <a:br/>
            <a:r>
              <a:t>4. Electronic Communications Consent: Explicit authorization to receive class links, zoom updates, and billing receipts via WhatsApp &amp; SMS.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CANCELLATION RIGHTS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Consumer Rights &amp; Subscription Cancellation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Complying with consumer protection guidelines while ensuring fair cancellation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400" b="1">
                <a:solidFill>
                  <a:srgbClr val="9A3412"/>
                </a:solidFill>
              </a:defRPr>
            </a:pPr>
            <a:r>
              <a:t>CONSUMER PROTECTION COMPLIANCE (CANCELLATION RULES):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Anytime Self-Serve Cancellation: Users can cancel their auto-renewal at any time via Profile -&gt; Manage Subscription.</a:t>
            </a:r>
            <a:br/>
            <a:r>
              <a:t>• 24-Hour Cutoff: Cancellations must be requested at least 24 hours before next scheduled debit to prevent banking transit conflicts.</a:t>
            </a:r>
            <a:br/>
            <a:r>
              <a:t>• Paid Access Continuity: Cancelling auto-renewal does NOT immediately terminate access; access remains valid until current paid cycle expires.</a:t>
            </a:r>
            <a:br/>
            <a:r>
              <a:t>• Immediate Written Confirmation: Instant SMS &amp; Email confirmation containing mandate revocation ID (MND_REV_XXXX).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REFUND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Refund Policy Framework for Indian Digital Wellness Subscriptions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Clear, legally robust refund conditions for cancellations, duplicate debits, and technical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400" b="1">
                <a:solidFill>
                  <a:srgbClr val="9A3412"/>
                </a:solidFill>
              </a:defRPr>
            </a:pPr>
            <a:r>
              <a:t>RECOMMENDED REFUND POLICY MATRIX (SUBJECT TO LEGAL SIGN-OFF):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Pre-Commencement Cancellation: 100% refund if requested before the first scheduled class date.</a:t>
            </a:r>
            <a:br/>
            <a:r>
              <a:t>• Duplicate / Accidental Debit: 100% refund processed within 5-7 business days via Juspay gateway.</a:t>
            </a:r>
            <a:br/>
            <a:r>
              <a:t>• Technical Non-Delivery: Full refund if live class streaming fails due to server outages without alternative slots.</a:t>
            </a:r>
            <a:br/>
            <a:r>
              <a:t>• Post-Commencement Subscription: Non-refundable after active class attendance, but users can PAUSE their membership or transfer validity to another family member.</a:t>
            </a:r>
            <a:br/>
            <a:r>
              <a:t>• Chargeback Handling: Automated webhook logging provides full audit trail for disputed transactions.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TRIAL DISCLOSURES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Free Trial Disclosures &amp; Auto-Debit Transition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Ensuring transparent communication during 14-day trial to auto-renew transition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400" b="1">
                <a:solidFill>
                  <a:srgbClr val="9A3412"/>
                </a:solidFill>
              </a:defRPr>
            </a:pPr>
            <a:r>
              <a:t>TRIAL TRANSITION COMPLIANCE PROTOCOL: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Day 0 Signup Disclosure: Clearly states '14 Days Free, then ₹4,999/year starting on [Date]. Cancel anytime during trial for ₹0 charge.'</a:t>
            </a:r>
            <a:br/>
            <a:r>
              <a:t>• Day 11 Advance Alert (WhatsApp &amp; Email): 'Your free trial ends in 3 days. Your annual subscription will renew on [Date].'</a:t>
            </a:r>
            <a:br/>
            <a:r>
              <a:t>• Day 13 Final 24h Reminder: 'Your Sri Sri Yoga annual membership will activate tomorrow. Manage or cancel here: [Link]'</a:t>
            </a:r>
            <a:br/>
            <a:r>
              <a:t>• Day 14 Mandate Execution: Official GST tax invoice dispatched immediately upon successful charge.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LEGAL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</a:defRPr>
            </a:pPr>
            <a:r>
              <a:t>Legal &amp; Operational Sign-Off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Required validation items before production deployment of Juspay AutoPay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LEGAL SIGN-OFF CHECKLIST PRIOR TO LIVE LAUNCH: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☑️ Terms of Service &amp; Online Yoga Health Waiver reviewed by legal counsel</a:t>
            </a:r>
            <a:br/>
            <a:r>
              <a:t>☑️ Privacy Policy updated with DPDP Act 2023 compliance</a:t>
            </a:r>
            <a:br/>
            <a:r>
              <a:t>☑️ RBI e-Mandate pre-debit SMS/Email notification template approved</a:t>
            </a:r>
            <a:br/>
            <a:r>
              <a:t>☑️ Refund &amp; Cancellation Policy published on website footer and checkout modal</a:t>
            </a:r>
            <a:br/>
            <a:r>
              <a:t>☑️ Juspay AutoPay mandate registration terms verified against NPCI guidelines</a:t>
            </a:r>
            <a:br/>
            <a:r>
              <a:t>☑️ Customer Support Escalation SLA (24h turnaround) established for billing disputes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